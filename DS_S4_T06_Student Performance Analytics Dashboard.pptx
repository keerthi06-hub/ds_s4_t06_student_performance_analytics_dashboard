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9212"/>
            <a:ext cx="7772400" cy="1470025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09900"/>
            <a:ext cx="6238568" cy="2004552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06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9231F6-DCF5-4D52-2A19-90D35204E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717491"/>
              </p:ext>
            </p:extLst>
          </p:nvPr>
        </p:nvGraphicFramePr>
        <p:xfrm>
          <a:off x="1251943" y="3793233"/>
          <a:ext cx="6640113" cy="11310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9578">
                  <a:extLst>
                    <a:ext uri="{9D8B030D-6E8A-4147-A177-3AD203B41FA5}">
                      <a16:colId xmlns:a16="http://schemas.microsoft.com/office/drawing/2014/main" val="1568732228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4231901653"/>
                    </a:ext>
                  </a:extLst>
                </a:gridCol>
                <a:gridCol w="3607435">
                  <a:extLst>
                    <a:ext uri="{9D8B030D-6E8A-4147-A177-3AD203B41FA5}">
                      <a16:colId xmlns:a16="http://schemas.microsoft.com/office/drawing/2014/main" val="4128932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S. No.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University ID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Name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695285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2420030473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M.Akhila Devi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387053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2420030476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Sk.Harshitha 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5971097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2420030186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I.Keerthana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3129664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2420030575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Bejagama Anupama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7181475"/>
                  </a:ext>
                </a:extLst>
              </a:tr>
              <a:tr h="18923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Name of the Guide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</a:rPr>
                        <a:t>Ms.Prathusha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8519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defRPr sz="2200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performance depends on academic and behavioral factors.</a:t>
            </a:r>
          </a:p>
          <a:p>
            <a:pPr>
              <a:defRPr sz="2200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analysis of large records is difficult.</a:t>
            </a:r>
          </a:p>
          <a:p>
            <a:pPr>
              <a:defRPr sz="2200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Objective:</a:t>
            </a:r>
          </a:p>
          <a:p>
            <a:pPr>
              <a:defRPr sz="2200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 - Analyze performance</a:t>
            </a:r>
          </a:p>
          <a:p>
            <a:pPr>
              <a:defRPr sz="2200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 - Predict overall scores</a:t>
            </a:r>
          </a:p>
          <a:p>
            <a:pPr>
              <a:defRPr sz="2200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 -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• Demographics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• Study Hours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• Subject-wise Marks</a:t>
            </a:r>
          </a:p>
          <a:p>
            <a:pPr>
              <a:lnSpc>
                <a:spcPct val="90000"/>
              </a:lnSpc>
              <a:defRPr sz="2200"/>
            </a:pP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3. EDA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4. ML Model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5.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IN" sz="27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Model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200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• Python, Pandas, NumPy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Matplotlib, Seaborn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• Scikit-learn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• Streamlit</a:t>
            </a:r>
          </a:p>
          <a:p>
            <a:pPr>
              <a:lnSpc>
                <a:spcPct val="90000"/>
              </a:lnSpc>
              <a:defRPr sz="2200"/>
            </a:pP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 sz="2200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Model: Random Forest Regression</a:t>
            </a:r>
          </a:p>
          <a:p>
            <a:pPr>
              <a:lnSpc>
                <a:spcPct val="90000"/>
              </a:lnSpc>
              <a:defRPr sz="2200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MAE, RMSE, R²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Dashboard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statistics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trends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analysis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Subject-wise performance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charts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Score prediction</a:t>
            </a:r>
          </a:p>
          <a:p>
            <a:pPr>
              <a:lnSpc>
                <a:spcPct val="90000"/>
              </a:lnSpc>
              <a:defRPr sz="2200"/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academic insights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• Data-driven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analysis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Score prediction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dashboard</a:t>
            </a:r>
          </a:p>
          <a:p>
            <a:pPr>
              <a:lnSpc>
                <a:spcPct val="90000"/>
              </a:lnSpc>
              <a:defRPr sz="2200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data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Deep learning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Alerts &amp; recommendations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College system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209</Words>
  <Application>Microsoft Office PowerPoint</Application>
  <PresentationFormat>On-screen Show (4:3)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Student Performance Analytics Dashboard</vt:lpstr>
      <vt:lpstr>Introduction</vt:lpstr>
      <vt:lpstr>Methodology</vt:lpstr>
      <vt:lpstr>Technologies &amp; Model</vt:lpstr>
      <vt:lpstr>Results &amp; Dashboard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BEJAGAMA ANUPAMA 2420030575</cp:lastModifiedBy>
  <cp:revision>2</cp:revision>
  <dcterms:created xsi:type="dcterms:W3CDTF">2013-01-27T09:14:16Z</dcterms:created>
  <dcterms:modified xsi:type="dcterms:W3CDTF">2026-08-17T08:42:56Z</dcterms:modified>
  <cp:category/>
</cp:coreProperties>
</file>